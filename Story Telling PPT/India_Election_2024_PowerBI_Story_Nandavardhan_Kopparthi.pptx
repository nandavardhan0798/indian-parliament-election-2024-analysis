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6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4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9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0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7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7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0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1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3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9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5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02851"/>
            <a:ext cx="7711782" cy="9889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Parliament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Election 2024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28289" y="5023933"/>
            <a:ext cx="39196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DCE6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>
                <a:solidFill>
                  <a:srgbClr val="DCE6F0"/>
                </a:solidFill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>
                <a:solidFill>
                  <a:srgbClr val="DCE6F0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Nandavardhan Reddy Kopparthi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FC58D-461A-EF58-F7E9-56E2C452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08944"/>
            <a:ext cx="7362461" cy="5440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595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29740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BF0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This deck summarizes the 2024 Lok Sabha election outcomes using your uploaded data files.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All insights are computed directly from raw CSVs to avoid misinterpretation from filtered report pages.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We focus on national party performance, state highlights, and constituency victory margins.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Where a slide references a state/constituency, it is explicitly scoped to that geography.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472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National Overview — Party Seats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8AEE4-5018-EDB0-D738-3E1843FC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19"/>
            <a:ext cx="9143999" cy="5669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595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NDA Alliance State wise Analysis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C9E3C8-1F6A-F829-2580-EA9854265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61" t="4055" r="430"/>
          <a:stretch>
            <a:fillRect/>
          </a:stretch>
        </p:blipFill>
        <p:spPr>
          <a:xfrm>
            <a:off x="-113015" y="1716095"/>
            <a:ext cx="4880223" cy="51419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503F668-25E7-B4E1-F5BD-D3D80E7CCE9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41868" y="1716095"/>
            <a:ext cx="4202132" cy="484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Strongest Performers: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Uttar Pradesh (36), Bihar (30), and Madhya Pradesh (29) lead NDA’s dominance across key northern states.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Presence: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Gujarat, Andhra Pradesh, and Odisha each delivered 20+ seats, showing balanced national reach.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Footprint in South &amp; East: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NDA holds minor representation in states like Kerala, Goa, and Sikkim, indicating regional opportunity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8CF1C-CFAE-AA4A-101F-0B50EDFD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CEDA1-130F-04A6-799D-943374227F86}"/>
              </a:ext>
            </a:extLst>
          </p:cNvPr>
          <p:cNvSpPr txBox="1"/>
          <p:nvPr/>
        </p:nvSpPr>
        <p:spPr>
          <a:xfrm>
            <a:off x="548640" y="457200"/>
            <a:ext cx="8595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I.N.D.I.A Alliance State wise Analysis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D6FE4-9EB6-A97B-8800-9ED62518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82" t="4221" r="687" b="-295"/>
          <a:stretch>
            <a:fillRect/>
          </a:stretch>
        </p:blipFill>
        <p:spPr>
          <a:xfrm>
            <a:off x="-205036" y="1695832"/>
            <a:ext cx="4931148" cy="5162167"/>
          </a:xfrm>
          <a:prstGeom prst="rect">
            <a:avLst/>
          </a:prstGeom>
          <a:effectLst>
            <a:outerShdw blurRad="50800" dist="38100" dir="5400000" algn="t" rotWithShape="0">
              <a:schemeClr val="accent5">
                <a:alpha val="0"/>
              </a:schemeClr>
            </a:outerShdw>
          </a:effec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2AB7DA0-0766-DECE-8FB4-4D11D37924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44265" y="1695832"/>
            <a:ext cx="4299735" cy="488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Uttar Pradesh (43) and Tamil Nadu (39) lead the I.N.D.I.A alliance’s seat share, reflecting strong regional backing.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Expanding Influence: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Maharashtra, West Bengal, and Kerala also show significant wins, strengthening the alliance’s footprint across diverse regions.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Representation: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Smaller but meaningful gains in Rajasthan, Punjab, and Telangana highlight the alliance’s broad electoral reach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981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5191C-94FA-A840-E978-40B64451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16DC12-DC4B-1B19-AC32-F5DB36FCE3D1}"/>
              </a:ext>
            </a:extLst>
          </p:cNvPr>
          <p:cNvSpPr txBox="1"/>
          <p:nvPr/>
        </p:nvSpPr>
        <p:spPr>
          <a:xfrm>
            <a:off x="548640" y="323636"/>
            <a:ext cx="8595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Closest Contests of Election 2024 – Margins Under 5,000 Votes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F4319-2485-6442-495E-5C34AF0E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832"/>
            <a:ext cx="4844265" cy="5162167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E42F8A84-D1D5-A9C7-5289-FDD435E3B8E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18926" y="1567848"/>
            <a:ext cx="3986373" cy="521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Nail-biting finishes: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 North-West (NDA)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recorded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narrowest margin of just 48 votes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tightest race nationwide.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competition: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NDA and I.N.D.I.A alliances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across this list, showing high voter competition in multiple regions.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spread: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Close contests emerged across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urban, coastal, and heartland constituencies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indicating diverse political swings.</a:t>
            </a:r>
          </a:p>
        </p:txBody>
      </p:sp>
    </p:spTree>
    <p:extLst>
      <p:ext uri="{BB962C8B-B14F-4D97-AF65-F5344CB8AC3E}">
        <p14:creationId xmlns:p14="http://schemas.microsoft.com/office/powerpoint/2010/main" val="387715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EB735-1408-8711-9920-9E392868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DACA5-4066-8086-1C33-A072C6604BE1}"/>
              </a:ext>
            </a:extLst>
          </p:cNvPr>
          <p:cNvSpPr txBox="1"/>
          <p:nvPr/>
        </p:nvSpPr>
        <p:spPr>
          <a:xfrm>
            <a:off x="409939" y="323636"/>
            <a:ext cx="8595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Spotlight Constituency Level – Bangalore Central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998FC-5BCE-0C66-2407-1BA33E282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37691"/>
            <a:ext cx="9005298" cy="407884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6F6F747-44A1-1A30-90F1-0ED6DC4B12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92" y="5420052"/>
            <a:ext cx="9400854" cy="13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Key points: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Two-Party Battle: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BJP and INC dominated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97% of total votes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clear voter polarization.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BJP Stronghold Maintained: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P. C. Mohan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continued the party’s winning streak here since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2009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Swing Potential: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 of ~33K votes (2.5%)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indicates this seat could easily flip in future elections</a:t>
            </a:r>
          </a:p>
        </p:txBody>
      </p:sp>
    </p:spTree>
    <p:extLst>
      <p:ext uri="{BB962C8B-B14F-4D97-AF65-F5344CB8AC3E}">
        <p14:creationId xmlns:p14="http://schemas.microsoft.com/office/powerpoint/2010/main" val="420443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B8CC7-7484-FCBA-D81E-6166DFC3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491C1-DC41-A9FC-FCA8-1C4115C2132F}"/>
              </a:ext>
            </a:extLst>
          </p:cNvPr>
          <p:cNvSpPr txBox="1"/>
          <p:nvPr/>
        </p:nvSpPr>
        <p:spPr>
          <a:xfrm>
            <a:off x="274320" y="94530"/>
            <a:ext cx="859536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Spotlight Party in State level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Andhra Pradesh – TDP Leads NDA Surge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AA141-B309-ABE8-8FC7-EFA13407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" y="1212351"/>
            <a:ext cx="9051533" cy="4150759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47441FB-DD22-B09C-5697-5E1A6A0DD7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5418422"/>
            <a:ext cx="9144000" cy="13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TDP Sweeps State: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of 25 seats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driving NDA’s comeback in Andhra Pradesh.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Mandate: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Garnered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2.2 crore votes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one of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regional vote shares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Wins: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Major seats like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Visakhapatnam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Guntur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3L+ victory margins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199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F114A-2299-0B6C-301F-29BFCD7B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8595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7675"/>
            <a:ext cx="8595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>
                <a:solidFill>
                  <a:srgbClr val="E6EBF0"/>
                </a:solidFill>
              </a:defRPr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Bharatiya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Janata Party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BJP leads nationally with 240 seats.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Uttar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Pradesh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Bharatiya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Janata Party - BJP has the highest seat count (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36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Largest reported margin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1175092 in INDORE by SHANKAR LALWANI.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Closest contest margin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48 in MUMBAINORTHWEST by RAVINDRA DATTARAM WAIKAR.</a:t>
            </a:r>
          </a:p>
        </p:txBody>
      </p:sp>
    </p:spTree>
    <p:extLst>
      <p:ext uri="{BB962C8B-B14F-4D97-AF65-F5344CB8AC3E}">
        <p14:creationId xmlns:p14="http://schemas.microsoft.com/office/powerpoint/2010/main" val="396584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323011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Thanks for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4515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BF0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Analysis powered by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MySQL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Power BI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E6EBF0"/>
                </a:solidFill>
              </a:defRPr>
            </a:pP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Connect with me on LinkedIn: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 linkedin.com/in/nandavardhan-reddy-kopparthi-3b420b370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E6EBF0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39896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Prepared by: Nandavardhan Reddy Kopparthi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273</TotalTime>
  <Words>561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Nandavardhan Reddy</dc:creator>
  <cp:keywords/>
  <dc:description>generated using python-pptx</dc:description>
  <cp:lastModifiedBy>nanda</cp:lastModifiedBy>
  <cp:revision>5</cp:revision>
  <dcterms:created xsi:type="dcterms:W3CDTF">2013-01-27T09:14:16Z</dcterms:created>
  <dcterms:modified xsi:type="dcterms:W3CDTF">2025-11-02T07:56:53Z</dcterms:modified>
  <cp:category/>
</cp:coreProperties>
</file>